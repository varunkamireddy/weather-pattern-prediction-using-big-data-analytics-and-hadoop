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88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2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r>
              <a:rPr lang="en-US" sz="7200" b="1" kern="0" spc="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07919"/>
            <a:ext cx="4067810" cy="45719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61157"/>
            <a:ext cx="2926080" cy="325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Rama Purushotham Reddy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Varun Kumar Reddy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87750" y="3712464"/>
            <a:ext cx="2995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Vishnuvardhan Reddy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7750" y="3995928"/>
            <a:ext cx="299593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Vishnu Vardhan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19" y="274319"/>
            <a:ext cx="3324013" cy="267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travel blind?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2651760" cy="34747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389888"/>
            <a:ext cx="88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🌧️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weather awareness on the road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have no way to know if the highway 200 km ahead is flooded, foggy, or under a thunderstorm until they are already there.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07008"/>
            <a:ext cx="2651760" cy="34747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57133" y="1389888"/>
            <a:ext cx="81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🛣️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route-level safety information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shows traffic and distance — but not whether your specific road passes through a cyclone zone or heavy rain belt.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207008"/>
            <a:ext cx="2651760" cy="34747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82273" y="1399032"/>
            <a:ext cx="44873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📍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9659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 gaps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633472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monsoon season millions of trips across India face dangerous conditions. No single tool exists that combines routing with live, localised weather safety.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PathSafe does for you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PathSafe is a web application that connects three real-time data sources to answer one question: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84708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it safe for me to travel this road right now?"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170432"/>
            <a:ext cx="4023360" cy="109728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243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49240" y="12435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road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155448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any two places in India — city, village, locality — and get up to 3 real driving routes via OSRM.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459736"/>
            <a:ext cx="4023360" cy="109728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78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2478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live weather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78892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checkpoint along those routes, live weather is fetched and analysed: rain, wind, fog, visibility, storm codes.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639312"/>
            <a:ext cx="4023360" cy="109728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7124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4924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 a safety verdict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49240" y="40233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route is rated Safe, Caution, or Danger. The safest route is recommended. Danger zones are shown on the map.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flows through PathSafe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389888" cy="14173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34086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start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destination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19072" y="20071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93392" y="1463040"/>
            <a:ext cx="1389888" cy="14173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39112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39112" y="234086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place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→ coordinates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38144" y="20071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12464" y="1463040"/>
            <a:ext cx="1389888" cy="14173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🛣️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758184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Engine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58184" y="234086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road routes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57216" y="20071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31536" y="1463040"/>
            <a:ext cx="1389888" cy="14173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🌤️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477256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77256" y="234086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 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checkpoint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876288" y="2007108"/>
            <a:ext cx="402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D4BF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150608" y="1463040"/>
            <a:ext cx="1389888" cy="1417320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608" y="1572768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196328" y="20574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Score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196328" y="234086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Caution 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verdict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30906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uses a real-time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3429000"/>
            <a:ext cx="4572000" cy="1325880"/>
          </a:xfrm>
          <a:prstGeom prst="rect">
            <a:avLst/>
          </a:prstGeom>
          <a:solidFill>
            <a:srgbClr val="0D1E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49300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checkpoints are SAFE → Shortest route recommended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any CAUTION → Safer alternative shown first</a:t>
            </a:r>
            <a:endParaRPr lang="en-US" sz="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9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DANGER detected → Full alert + danger zone circles on map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PathSafe different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225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Live Danger Zone Detection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" y="151790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checkpoint has thunderstorm, wind &gt;55 km/h, rain &gt;15mm, or visibility &lt;300m — it is flagged DANGER. A red circle is drawn on the map. The user sees exactly where it is unsafe.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39572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3 Route Options, Sorted by Safety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279806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PathSafe generates 3 different road routes for every journey and sorts them safest-first. The user can see all three and switch between them with one click.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7588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3785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Click-to-Reroute on the Map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407822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changes their mind mid-journey, they can click any point on the India map and PathSafe instantly recalculates a full new route — with fresh weather — to that clicked location.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111556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225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Clear Source → Destination Marker System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151790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point is always shown as a green S marker. Destination as a red D marker. Mid-stop markers are colored by their own safety (green/orange/red). No confusion about direction.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39572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505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Accurate Weather — Not Just Current Hour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19472" y="279806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both the current hour's rain AND today's full daily rain sum — whichever is higher is shown. Also checks precipitation probability % so a 0mm/hour reading during a 90%-chance-rain day still triggers caution.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3675888"/>
            <a:ext cx="4187952" cy="1170432"/>
          </a:xfrm>
          <a:prstGeom prst="rect">
            <a:avLst/>
          </a:prstGeom>
          <a:solidFill>
            <a:srgbClr val="0F1424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7856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Works for Every Place in India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19472" y="4078224"/>
            <a:ext cx="38587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OSM Nominatim which has over 50 million Indian locations — including villages, mandals, tehsils, neighbourhoods, and landmarks — not just major cities.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8952"/>
            <a:ext cx="9144000" cy="5143500"/>
          </a:xfrm>
          <a:prstGeom prst="rect">
            <a:avLst/>
          </a:prstGeom>
          <a:solidFill>
            <a:srgbClr val="05080F"/>
          </a:solidFill>
          <a:ln w="12700">
            <a:solidFill>
              <a:srgbClr val="05080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989320" y="1673352"/>
            <a:ext cx="4389120" cy="4389120"/>
          </a:xfrm>
          <a:prstGeom prst="ellipse">
            <a:avLst/>
          </a:prstGeom>
          <a:solidFill>
            <a:srgbClr val="051A18"/>
          </a:solidFill>
          <a:ln w="12700">
            <a:solidFill>
              <a:srgbClr val="051A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35166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&amp; 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572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and why it matters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Daily highway commuters and long-distance travellers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19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🚛  Truck drivers and fleet operators crossing multiple states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20370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Emergency and medical transport needing safest paths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87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 Families planning road trips during monsoon season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Rural India — where route weather info was never available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01568"/>
            <a:ext cx="5257800" cy="1170432"/>
          </a:xfrm>
          <a:prstGeom prst="rect">
            <a:avLst/>
          </a:prstGeom>
          <a:solidFill>
            <a:srgbClr val="0A1A10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93008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"PathSafe doesn't just show you the fastest way to travel,</a:t>
            </a:r>
            <a:endParaRPr lang="en-US" sz="1150" dirty="0"/>
          </a:p>
          <a:p>
            <a:pPr marL="0" indent="0">
              <a:buNone/>
            </a:pPr>
            <a:r>
              <a:rPr lang="en-US" sz="1150" b="1" i="1" dirty="0">
                <a:solidFill>
                  <a:srgbClr val="E2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shows you the safest way to arrive."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2611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PathSafe Team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Rama Purushotham Reddy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Varun Kumar Reddy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0" y="40325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Vishnuvardhan Reddy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42885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Vishnu Vardhan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689</Words>
  <Application>Microsoft Office PowerPoint</Application>
  <PresentationFormat>On-screen Show (16:9)</PresentationFormat>
  <Paragraphs>94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ram</dc:creator>
  <cp:lastModifiedBy>Kamireddy Varun Kumar Reddy</cp:lastModifiedBy>
  <cp:revision>4</cp:revision>
  <dcterms:created xsi:type="dcterms:W3CDTF">2026-07-18T05:28:36Z</dcterms:created>
  <dcterms:modified xsi:type="dcterms:W3CDTF">2026-07-18T10:19:13Z</dcterms:modified>
</cp:coreProperties>
</file>